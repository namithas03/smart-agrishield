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7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AgriShield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AI-Based Crop Disease &amp; Water Management System</a:t>
            </a:r>
          </a:p>
          <a:p>
            <a:r>
              <a:t>Team: DIGITALDREAMWEAVERS</a:t>
            </a:r>
          </a:p>
          <a:p>
            <a:r>
              <a:t>Jaipur Cybrathon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AgriShield is an AI-powered solution</a:t>
            </a:r>
          </a:p>
          <a:p>
            <a:r>
              <a:t>that helps farmers improve crop yield</a:t>
            </a:r>
          </a:p>
          <a:p>
            <a:r>
              <a:t>and reduce water wastage using smart technology.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Late detection of crop diseases</a:t>
            </a:r>
          </a:p>
          <a:p>
            <a:r>
              <a:t>Improper irrigation practices</a:t>
            </a:r>
          </a:p>
          <a:p>
            <a:r>
              <a:t>Water wastage</a:t>
            </a:r>
          </a:p>
          <a:p>
            <a:r>
              <a:t>Unpredictable weather conditions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crop inspection</a:t>
            </a:r>
          </a:p>
          <a:p>
            <a:r>
              <a:t>Traditional irrigation based on guesswork</a:t>
            </a:r>
          </a:p>
          <a:p>
            <a:r>
              <a:t>No integrated monitoring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AI-based crop disease detection</a:t>
            </a:r>
          </a:p>
          <a:p>
            <a:r>
              <a:t>IoT-based soil moisture monitoring</a:t>
            </a:r>
          </a:p>
          <a:p>
            <a:r>
              <a:t>Weather-based smart irrigation recommendations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Farmer uploads crop leaf image</a:t>
            </a:r>
          </a:p>
          <a:p>
            <a:r>
              <a:t>AI detects disease early</a:t>
            </a:r>
          </a:p>
          <a:p>
            <a:r>
              <a:t>Sensors collect soil data</a:t>
            </a:r>
          </a:p>
          <a:p>
            <a:r>
              <a:t>System recommends optimal irrigation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&amp; SDG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Technologies:</a:t>
            </a:r>
          </a:p>
          <a:p>
            <a:r>
              <a:t>AI &amp; ML, IoT Sensors, Flask/Node.js,</a:t>
            </a:r>
          </a:p>
          <a:p>
            <a:r>
              <a:t>Firebase/MongoDB, Weather API</a:t>
            </a:r>
          </a:p>
          <a:p>
            <a:endParaRPr/>
          </a:p>
          <a:p>
            <a:r>
              <a:t>SDGs:</a:t>
            </a:r>
          </a:p>
          <a:p>
            <a:r>
              <a:t>SDG 2 – Zero Hunger</a:t>
            </a:r>
          </a:p>
          <a:p>
            <a:r>
              <a:t>SDG 6 – Clean Water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AgriShield empowers farmers</a:t>
            </a:r>
          </a:p>
          <a:p>
            <a:r>
              <a:t>with smart, sustainable, and scalable technology.</a:t>
            </a:r>
          </a:p>
          <a:p>
            <a:endParaRPr/>
          </a:p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153</Words>
  <Application>Microsoft Office PowerPoint</Application>
  <PresentationFormat>On-screen Show (4:3)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Smart AgriShield</vt:lpstr>
      <vt:lpstr>Introduction</vt:lpstr>
      <vt:lpstr>Problem Statement</vt:lpstr>
      <vt:lpstr>Existing System &amp; Limitations</vt:lpstr>
      <vt:lpstr>Proposed Solution</vt:lpstr>
      <vt:lpstr>System Working</vt:lpstr>
      <vt:lpstr>Technologies &amp; SDG Impact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Madhumitha Sivaraj</dc:creator>
  <cp:keywords/>
  <dc:description>generated using python-pptx</dc:description>
  <cp:lastModifiedBy>Namitha Sivaaraj</cp:lastModifiedBy>
  <cp:revision>1</cp:revision>
  <dcterms:created xsi:type="dcterms:W3CDTF">2013-01-27T09:14:16Z</dcterms:created>
  <dcterms:modified xsi:type="dcterms:W3CDTF">2025-12-31T08:35:09Z</dcterms:modified>
  <cp:category/>
</cp:coreProperties>
</file>